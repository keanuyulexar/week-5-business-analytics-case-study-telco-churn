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Analytics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Telco Customer Churn Analysis</a:t>
            </a:r>
          </a:p>
          <a:p>
            <a:pPr>
              <a:defRPr sz="2200"/>
            </a:pPr>
            <a:r>
              <a:t>Keanu Yule</a:t>
            </a:r>
          </a:p>
          <a:p>
            <a:pPr>
              <a:defRPr sz="2200"/>
            </a:pPr>
            <a:r>
              <a:t>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Customers are leaving the company.</a:t>
            </a:r>
          </a:p>
          <a:p>
            <a:pPr>
              <a:defRPr sz="2200"/>
            </a:pPr>
            <a:r>
              <a:t>Identify drivers of churn.</a:t>
            </a:r>
          </a:p>
          <a:p>
            <a:pPr>
              <a:defRPr sz="2200"/>
            </a:pPr>
            <a:r>
              <a:t>Recommend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7043 customers</a:t>
            </a:r>
          </a:p>
          <a:p>
            <a:pPr>
              <a:defRPr sz="2200"/>
            </a:pPr>
            <a:r>
              <a:t>21 variables</a:t>
            </a:r>
          </a:p>
          <a:p>
            <a:pPr>
              <a:defRPr sz="2200"/>
            </a:pPr>
            <a:r>
              <a:t>Customer demographics, billing and churn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 cleaning</a:t>
            </a:r>
          </a:p>
          <a:p>
            <a:pPr>
              <a:defRPr sz="2200"/>
            </a:pPr>
            <a:r>
              <a:t>EDA</a:t>
            </a:r>
          </a:p>
          <a:p>
            <a:pPr>
              <a:defRPr sz="2200"/>
            </a:pPr>
            <a:r>
              <a:t>Visualizations</a:t>
            </a:r>
          </a:p>
          <a:p>
            <a:pPr>
              <a:defRPr sz="2200"/>
            </a:pPr>
            <a:r>
              <a:t>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Month-to-month contracts highest churn</a:t>
            </a:r>
          </a:p>
          <a:p>
            <a:pPr>
              <a:defRPr sz="2200"/>
            </a:pPr>
            <a:r>
              <a:t>Short tenure increases churn</a:t>
            </a:r>
          </a:p>
          <a:p>
            <a:pPr>
              <a:defRPr sz="2200"/>
            </a:pPr>
            <a:r>
              <a:t>Electronic check users churn more</a:t>
            </a:r>
          </a:p>
          <a:p>
            <a:pPr>
              <a:defRPr sz="2200"/>
            </a:pPr>
            <a:r>
              <a:t>Fiber optic users churn more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Promote long-term contracts</a:t>
            </a:r>
          </a:p>
          <a:p>
            <a:pPr>
              <a:defRPr sz="2200"/>
            </a:pPr>
            <a:r>
              <a:t>Improve onboarding</a:t>
            </a:r>
          </a:p>
          <a:p>
            <a:pPr>
              <a:defRPr sz="2200"/>
            </a:pPr>
            <a:r>
              <a:t>Automatic payment incentives</a:t>
            </a:r>
          </a:p>
          <a:p>
            <a:pPr>
              <a:defRPr sz="2200"/>
            </a:pPr>
            <a:r>
              <a:t>Loyalty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Business analytics supports better retention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